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22860000" cy="158877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1">
    <p:kiosk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50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50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50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50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2860000" cy="15887700"/>
          </a:xfrm>
          <a:prstGeom prst="rect">
            <a:avLst/>
          </a:prstGeom>
        </p:spPr>
      </p:pic>
    </p:spTree>
  </p:cSld>
  <p:clrMapOvr>
    <a:masterClrMapping/>
  </p:clrMapOvr>
  <p:transition spd="slow" advClick="0" advTm="12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